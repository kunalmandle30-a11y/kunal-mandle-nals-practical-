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6" autoAdjust="0"/>
    <p:restoredTop sz="94660"/>
  </p:normalViewPr>
  <p:slideViewPr>
    <p:cSldViewPr snapToGrid="0">
      <p:cViewPr>
        <p:scale>
          <a:sx n="75" d="100"/>
          <a:sy n="75" d="100"/>
        </p:scale>
        <p:origin x="117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0338D393-A78D-403A-B2D0-DD31930DC30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8307420F-812F-4218-8F4C-D575F1629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5647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8D393-A78D-403A-B2D0-DD31930DC30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7420F-812F-4218-8F4C-D575F1629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966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8D393-A78D-403A-B2D0-DD31930DC30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7420F-812F-4218-8F4C-D575F1629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0346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8D393-A78D-403A-B2D0-DD31930DC30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7420F-812F-4218-8F4C-D575F1629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798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8D393-A78D-403A-B2D0-DD31930DC30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7420F-812F-4218-8F4C-D575F1629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87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8D393-A78D-403A-B2D0-DD31930DC30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7420F-812F-4218-8F4C-D575F1629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457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8D393-A78D-403A-B2D0-DD31930DC30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7420F-812F-4218-8F4C-D575F1629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254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8D393-A78D-403A-B2D0-DD31930DC30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7420F-812F-4218-8F4C-D575F1629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42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8D393-A78D-403A-B2D0-DD31930DC30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7420F-812F-4218-8F4C-D575F1629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1175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8D393-A78D-403A-B2D0-DD31930DC30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7420F-812F-4218-8F4C-D575F1629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749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8D393-A78D-403A-B2D0-DD31930DC30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7420F-812F-4218-8F4C-D575F1629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9505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8D393-A78D-403A-B2D0-DD31930DC30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7420F-812F-4218-8F4C-D575F1629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360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8D393-A78D-403A-B2D0-DD31930DC30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7420F-812F-4218-8F4C-D575F1629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224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8D393-A78D-403A-B2D0-DD31930DC30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7420F-812F-4218-8F4C-D575F1629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3219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8D393-A78D-403A-B2D0-DD31930DC30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7420F-812F-4218-8F4C-D575F1629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41554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0338D393-A78D-403A-B2D0-DD31930DC30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7420F-812F-4218-8F4C-D575F1629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3996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0338D393-A78D-403A-B2D0-DD31930DC30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7420F-812F-4218-8F4C-D575F1629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890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0338D393-A78D-403A-B2D0-DD31930DC30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8307420F-812F-4218-8F4C-D575F1629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74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1BA65-A3F5-444E-3B19-06C4DFDFD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5059" y="1564756"/>
            <a:ext cx="8825658" cy="2677648"/>
          </a:xfrm>
        </p:spPr>
        <p:txBody>
          <a:bodyPr/>
          <a:lstStyle/>
          <a:p>
            <a:r>
              <a:rPr lang="en-US" dirty="0"/>
              <a:t>Career oriented presentation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5FC210-FB93-67F8-FDBF-9FBBFD28F3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6970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2B0F8-4EAA-431B-CFEB-916E2D1C7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991" y="127000"/>
            <a:ext cx="10018713" cy="1752599"/>
          </a:xfrm>
        </p:spPr>
        <p:txBody>
          <a:bodyPr/>
          <a:lstStyle/>
          <a:p>
            <a:r>
              <a:rPr lang="en-US" b="1" dirty="0"/>
              <a:t>DATA SCIENCE 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B41536-1EB8-0954-F2C6-F57645DE5B5C}"/>
              </a:ext>
            </a:extLst>
          </p:cNvPr>
          <p:cNvSpPr txBox="1"/>
          <p:nvPr/>
        </p:nvSpPr>
        <p:spPr>
          <a:xfrm>
            <a:off x="1169350" y="3105834"/>
            <a:ext cx="95919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Data Science is the process of turning raw data into valuable knowledge and insights using technology and analytics.</a:t>
            </a:r>
            <a:endParaRPr lang="en-IN" b="1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C8A89D5-4742-2717-47CA-10D64A2334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82713" y="4438101"/>
            <a:ext cx="8090805" cy="142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field that deals with collecting, analyzing and interpreting data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Converts raw data into meaningful insights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businesses and industries make better decisions</a:t>
            </a:r>
          </a:p>
        </p:txBody>
      </p:sp>
    </p:spTree>
    <p:extLst>
      <p:ext uri="{BB962C8B-B14F-4D97-AF65-F5344CB8AC3E}">
        <p14:creationId xmlns:p14="http://schemas.microsoft.com/office/powerpoint/2010/main" val="1030155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4C5B6-550F-505E-1DAC-D17A13384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1278" y="1067226"/>
            <a:ext cx="4937761" cy="706964"/>
          </a:xfrm>
        </p:spPr>
        <p:txBody>
          <a:bodyPr/>
          <a:lstStyle/>
          <a:p>
            <a:r>
              <a:rPr lang="en-IN" b="1" dirty="0"/>
              <a:t>Technical Skills</a:t>
            </a:r>
            <a:br>
              <a:rPr lang="en-IN" dirty="0"/>
            </a:br>
            <a:endParaRPr lang="en-IN" b="1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75A618E6-DD69-BBAC-2E88-E097A86EC8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3039" y="2610683"/>
            <a:ext cx="591226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Programming Languages (Python, R)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Statistics &amp; Mathematics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Visualization Tools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&amp; SQL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Analysis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Big Data Tools (Hadoop, Spark)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A06BD0-CAA0-9DBB-A346-A8175AA095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626" y="2866390"/>
            <a:ext cx="5220335" cy="330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596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737D2-59A6-2DA5-6553-BFFA3515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</a:t>
            </a:r>
            <a:r>
              <a:rPr lang="en-IN" b="1" dirty="0"/>
              <a:t>Soft Skills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1181BA1-E7EF-E48F-56C8-C9816F8118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4" y="2774338"/>
            <a:ext cx="3503075" cy="3074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Problem-Solving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Critical Thinking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Communication Skills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Teamwork &amp; Collaboration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Management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A572A2-D4E0-AE1D-26C3-95276FBCE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0552" y="2774338"/>
            <a:ext cx="5536248" cy="352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229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A4850-DB05-616D-AAD0-2E11E2748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</a:t>
            </a:r>
            <a:r>
              <a:rPr lang="en-US" b="1" dirty="0"/>
              <a:t>Roadmap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A44E4-6DE4-8BB8-54D6-F8CD381C9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4071620"/>
          </a:xfrm>
        </p:spPr>
        <p:txBody>
          <a:bodyPr>
            <a:normAutofit fontScale="32500" lnSpcReduction="20000"/>
          </a:bodyPr>
          <a:lstStyle/>
          <a:p>
            <a:r>
              <a:rPr lang="en-IN" sz="4500" b="1" dirty="0"/>
              <a:t>1. Learn Basics</a:t>
            </a:r>
          </a:p>
          <a:p>
            <a:r>
              <a:rPr lang="en-IN" sz="4500" b="1" dirty="0"/>
              <a:t>Understand what Data Analysis is</a:t>
            </a:r>
          </a:p>
          <a:p>
            <a:r>
              <a:rPr lang="en-IN" sz="4500" b="1" dirty="0"/>
              <a:t>Learn Excel / Google Sheets</a:t>
            </a:r>
          </a:p>
          <a:p>
            <a:r>
              <a:rPr lang="en-IN" sz="4500" b="1" dirty="0"/>
              <a:t>2. Learn Programming</a:t>
            </a:r>
          </a:p>
          <a:p>
            <a:r>
              <a:rPr lang="en-IN" sz="4500" b="1" dirty="0"/>
              <a:t>Python for Data Analysis</a:t>
            </a:r>
          </a:p>
          <a:p>
            <a:r>
              <a:rPr lang="en-IN" sz="4500" b="1" dirty="0"/>
              <a:t>Libraries: NumPy, Pandas</a:t>
            </a:r>
          </a:p>
          <a:p>
            <a:r>
              <a:rPr lang="en-IN" sz="4500" b="1" dirty="0"/>
              <a:t>3. Data Visualization</a:t>
            </a:r>
          </a:p>
          <a:p>
            <a:r>
              <a:rPr lang="en-IN" sz="4500" b="1" dirty="0"/>
              <a:t>Tools: Power BI, Tableau</a:t>
            </a:r>
          </a:p>
          <a:p>
            <a:r>
              <a:rPr lang="en-IN" sz="4500" b="1" dirty="0"/>
              <a:t>Charts &amp; Dashboards</a:t>
            </a:r>
          </a:p>
          <a:p>
            <a:r>
              <a:rPr lang="en-IN" sz="4500" b="1" dirty="0"/>
              <a:t>4. Databases</a:t>
            </a:r>
          </a:p>
          <a:p>
            <a:r>
              <a:rPr lang="en-IN" sz="4500" b="1" dirty="0"/>
              <a:t>SQL (Joins, Queries, Functions)</a:t>
            </a:r>
          </a:p>
          <a:p>
            <a:r>
              <a:rPr lang="en-IN" sz="4500" b="1" dirty="0"/>
              <a:t>Relational databases (MySQL, PostgreSQL)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1160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4AF44-5BCA-631B-AACA-534984C95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    Future scope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E138E29-F1C3-A00D-20E1-31BF7455C0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1834" y="2599726"/>
            <a:ext cx="10722086" cy="3728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demand for data science professionals is expected to grow strongly globally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India’s data science market is projected to reach USD 2,551.2 million by 2033,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industries such as finance, healthcare, e-commerce, manufacturing and agriculture are increasingly leveraging data science.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Emerging trends: real-time analytics, IoT data, democratization of analytics (no-code), responsible AI/ethics.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students and professionals: Develop skillsets in Python/R, machine learning, big data, cloud and domain knowledge to be future-ready</a:t>
            </a:r>
          </a:p>
        </p:txBody>
      </p:sp>
    </p:spTree>
    <p:extLst>
      <p:ext uri="{BB962C8B-B14F-4D97-AF65-F5344CB8AC3E}">
        <p14:creationId xmlns:p14="http://schemas.microsoft.com/office/powerpoint/2010/main" val="2051431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02216-A7FD-C8DC-FA3F-3EC3F3708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           Goal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4D6A7-CA6C-5A39-2846-1C49936F3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613660"/>
            <a:ext cx="8825659" cy="3416300"/>
          </a:xfrm>
        </p:spPr>
        <p:txBody>
          <a:bodyPr>
            <a:normAutofit/>
          </a:bodyPr>
          <a:lstStyle/>
          <a:p>
            <a:r>
              <a:rPr lang="en-US" sz="3200" b="1" dirty="0"/>
              <a:t>My goal is to become a skilled Data Scientist who can solve real-world problems using data-driven insights and contribute to innovation in the technology industry.</a:t>
            </a:r>
            <a:endParaRPr lang="en-IN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B7C455-5D80-28BD-C71E-C95440CA20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5659" y="2509520"/>
            <a:ext cx="3224101" cy="302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1651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80</TotalTime>
  <Words>273</Words>
  <Application>Microsoft Office PowerPoint</Application>
  <PresentationFormat>Widescreen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Wingdings</vt:lpstr>
      <vt:lpstr>Wingdings 3</vt:lpstr>
      <vt:lpstr>Ion Boardroom</vt:lpstr>
      <vt:lpstr>Career oriented presentation </vt:lpstr>
      <vt:lpstr>DATA SCIENCE </vt:lpstr>
      <vt:lpstr>Technical Skills </vt:lpstr>
      <vt:lpstr>                         Soft Skills</vt:lpstr>
      <vt:lpstr>                         Roadmap</vt:lpstr>
      <vt:lpstr>                     Future scope</vt:lpstr>
      <vt:lpstr>                            Goal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kunal mandle</dc:creator>
  <cp:lastModifiedBy>kunal mandle</cp:lastModifiedBy>
  <cp:revision>1</cp:revision>
  <dcterms:created xsi:type="dcterms:W3CDTF">2025-11-20T03:41:49Z</dcterms:created>
  <dcterms:modified xsi:type="dcterms:W3CDTF">2025-11-20T05:02:36Z</dcterms:modified>
</cp:coreProperties>
</file>